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9" r:id="rId5"/>
    <p:sldId id="262" r:id="rId6"/>
    <p:sldId id="265" r:id="rId7"/>
    <p:sldId id="264" r:id="rId8"/>
    <p:sldId id="269" r:id="rId9"/>
    <p:sldId id="270" r:id="rId10"/>
    <p:sldId id="271" r:id="rId11"/>
    <p:sldId id="272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A78D-EF12-E9AD-6DBB-C9D4FA90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52EF1-B6FA-1DCF-309A-3B0F09960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Thread is a light weight ,independent unit of execution with in a program</a:t>
            </a:r>
          </a:p>
        </p:txBody>
      </p:sp>
    </p:spTree>
    <p:extLst>
      <p:ext uri="{BB962C8B-B14F-4D97-AF65-F5344CB8AC3E}">
        <p14:creationId xmlns:p14="http://schemas.microsoft.com/office/powerpoint/2010/main" val="181527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94EB1-EB7E-23F2-73D7-D9385F66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process and thread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1D1860-AD11-533A-6B7B-E869BD931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90" y="1947863"/>
            <a:ext cx="814686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71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1E80-233E-4C58-92D7-9C0646DA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life cycle</a:t>
            </a:r>
          </a:p>
        </p:txBody>
      </p:sp>
      <p:pic>
        <p:nvPicPr>
          <p:cNvPr id="3074" name="Picture 2" descr="Life cycle of thread">
            <a:extLst>
              <a:ext uri="{FF2B5EF4-FFF2-40B4-BE49-F238E27FC236}">
                <a16:creationId xmlns:a16="http://schemas.microsoft.com/office/drawing/2014/main" id="{DEC54D93-F276-3A8D-ABC8-F47360660B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426" y="2108200"/>
            <a:ext cx="8073473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44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EFF3-68E1-3D87-AE08-C4A1BEEB0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way to create a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0F160-48CE-9175-5E2B-721DB4E38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in  two ways </a:t>
            </a:r>
          </a:p>
          <a:p>
            <a:r>
              <a:rPr lang="en-US" dirty="0"/>
              <a:t>1.extendi thread class (thread running using thread class )</a:t>
            </a:r>
          </a:p>
          <a:p>
            <a:r>
              <a:rPr lang="en-US" dirty="0"/>
              <a:t>2.by implementing runnable interface (thread running  using   runnable interface )</a:t>
            </a:r>
          </a:p>
          <a:p>
            <a:r>
              <a:rPr lang="en-US" dirty="0"/>
              <a:t>3. using lambda expression (with runnable)</a:t>
            </a:r>
          </a:p>
        </p:txBody>
      </p:sp>
    </p:spTree>
    <p:extLst>
      <p:ext uri="{BB962C8B-B14F-4D97-AF65-F5344CB8AC3E}">
        <p14:creationId xmlns:p14="http://schemas.microsoft.com/office/powerpoint/2010/main" val="393343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833D-85C7-0635-B40B-D7C5AF2E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8F1DF-354D-448B-4D10-69F63AA25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Two types  of thread scheduler </a:t>
            </a:r>
          </a:p>
          <a:p>
            <a:r>
              <a:rPr lang="en-US" dirty="0"/>
              <a:t>1.preemptive scheduler ( 1.jvm decides which thread runs 2. a higher priority thread can interrupt ( stop) a lower priority thread.</a:t>
            </a:r>
          </a:p>
          <a:p>
            <a:r>
              <a:rPr lang="en-US" dirty="0"/>
              <a:t>2.time slicing </a:t>
            </a:r>
          </a:p>
          <a:p>
            <a:r>
              <a:rPr lang="en-US" dirty="0"/>
              <a:t>Each thread gets a small amount of CPU time</a:t>
            </a:r>
          </a:p>
          <a:p>
            <a:r>
              <a:rPr lang="en-US" dirty="0"/>
              <a:t>After time is over .next thread gets chance </a:t>
            </a:r>
          </a:p>
          <a:p>
            <a:r>
              <a:rPr lang="en-US" dirty="0"/>
              <a:t>All threads share CPU equally </a:t>
            </a:r>
          </a:p>
          <a:p>
            <a:r>
              <a:rPr lang="en-US" dirty="0"/>
              <a:t>Thread priority in java </a:t>
            </a:r>
          </a:p>
          <a:p>
            <a:r>
              <a:rPr lang="en-US" dirty="0"/>
              <a:t>  1.min priority =1</a:t>
            </a:r>
          </a:p>
          <a:p>
            <a:r>
              <a:rPr lang="en-US" dirty="0"/>
              <a:t>2.norm priority=5(default)</a:t>
            </a:r>
          </a:p>
          <a:p>
            <a:r>
              <a:rPr lang="en-US" dirty="0"/>
              <a:t>3.max priority=10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07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9C68-642D-B39D-AFB7-92D039E2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Synchronization: methods ,static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3D8D0-8C05-0D80-7704-9EF383DB5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Synchronization</a:t>
            </a:r>
            <a:r>
              <a:rPr lang="en-US" dirty="0"/>
              <a:t> is used in </a:t>
            </a:r>
            <a:r>
              <a:rPr lang="en-US" b="1" dirty="0"/>
              <a:t>multithreading</a:t>
            </a:r>
            <a:r>
              <a:rPr lang="en-US" dirty="0"/>
              <a:t> to control access to shared resources.</a:t>
            </a:r>
            <a:br>
              <a:rPr lang="en-US" dirty="0"/>
            </a:br>
            <a:r>
              <a:rPr lang="en-US" dirty="0"/>
              <a:t>1.synchronization method (instance method)</a:t>
            </a:r>
          </a:p>
          <a:p>
            <a:r>
              <a:rPr lang="en-US" dirty="0"/>
              <a:t>When  a method is declared synchronized only one thread at a time </a:t>
            </a:r>
          </a:p>
          <a:p>
            <a:r>
              <a:rPr lang="en-US" dirty="0"/>
              <a:t>2.synchronized block </a:t>
            </a:r>
          </a:p>
          <a:p>
            <a:r>
              <a:rPr lang="en-US" dirty="0"/>
              <a:t>Instead of locking the whole method we can lock only a specific block </a:t>
            </a:r>
          </a:p>
          <a:p>
            <a:r>
              <a:rPr lang="en-US" dirty="0"/>
              <a:t>3.static synchronized method </a:t>
            </a:r>
          </a:p>
          <a:p>
            <a:r>
              <a:rPr lang="en-US" dirty="0"/>
              <a:t>Used when shared resource is static (class level variable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54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D568A-BDF3-C1C1-BE19-A1069291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AEC9E6A-08BE-7FD4-DD46-A7DA07F3819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2108200"/>
            <a:ext cx="10058400" cy="890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Race Condition (in Java / Multithreading)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race condition</a:t>
            </a:r>
            <a:r>
              <a:rPr lang="en-US" dirty="0"/>
              <a:t> occurs when </a:t>
            </a:r>
            <a:r>
              <a:rPr lang="en-US" b="1" dirty="0"/>
              <a:t>two or more threads access shared data at the same time</a:t>
            </a:r>
            <a:r>
              <a:rPr lang="en-US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34082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651C-404A-127D-E705-A7BE1A0E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E800D-50DF-B296-D592-83F76A4E5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🔒 Deadlock in Java</a:t>
            </a:r>
          </a:p>
          <a:p>
            <a:r>
              <a:rPr lang="en-US" b="1" dirty="0"/>
              <a:t>Deadlock</a:t>
            </a:r>
            <a:r>
              <a:rPr lang="en-US" dirty="0"/>
              <a:t> is a situation where two or more threads are </a:t>
            </a:r>
            <a:r>
              <a:rPr lang="en-US" b="1" dirty="0"/>
              <a:t>blocked forever</a:t>
            </a:r>
            <a:r>
              <a:rPr lang="en-US" dirty="0"/>
              <a:t>, waiting for each other to release resources.</a:t>
            </a:r>
          </a:p>
          <a:p>
            <a:r>
              <a:rPr lang="en-US" dirty="0"/>
              <a:t>👉 In simple words:</a:t>
            </a:r>
            <a:br>
              <a:rPr lang="en-US" dirty="0"/>
            </a:br>
            <a:r>
              <a:rPr lang="en-US" dirty="0"/>
              <a:t>Thread 1 is waiting for Thread 2, and Thread 2 is waiting for Thread 1 — so both stop working permanently.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🧠 Real-Life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72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045B-E6F8-B2C4-50EE-D0BB3A51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F0B84-04EA-917F-9441-FD248F559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thread Pool (Java)</a:t>
            </a:r>
          </a:p>
          <a:p>
            <a:r>
              <a:rPr lang="en-US" dirty="0"/>
              <a:t>A </a:t>
            </a:r>
            <a:r>
              <a:rPr lang="en-US" b="1" dirty="0"/>
              <a:t>Thread Pool</a:t>
            </a:r>
            <a:r>
              <a:rPr lang="en-US" dirty="0"/>
              <a:t> is a collection of pre-created threads that are reused to execute multiple tasks.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59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97BBD-C93F-BB79-18A4-8FB1BD89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Executer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5F74F-22E7-1F3C-D5AF-518B4AD6F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executer framework</a:t>
            </a:r>
          </a:p>
          <a:p>
            <a:r>
              <a:rPr lang="en-US" b="1" dirty="0"/>
              <a:t>Executor Framework in Java</a:t>
            </a:r>
          </a:p>
          <a:p>
            <a:r>
              <a:rPr lang="en-US" dirty="0"/>
              <a:t>The </a:t>
            </a:r>
            <a:r>
              <a:rPr lang="en-US" b="1" dirty="0"/>
              <a:t>Executor Framework</a:t>
            </a:r>
            <a:r>
              <a:rPr lang="en-US" dirty="0"/>
              <a:t> is part of </a:t>
            </a:r>
            <a:r>
              <a:rPr lang="en-US" dirty="0" err="1"/>
              <a:t>java.util.concurrent,,package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used to </a:t>
            </a:r>
            <a:r>
              <a:rPr lang="en-US" b="1" dirty="0"/>
              <a:t>manage and control threads easily</a:t>
            </a:r>
            <a:r>
              <a:rPr lang="en-US" dirty="0"/>
              <a:t> instead of creating threads manually.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43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9749-A267-AB32-78FB-A85C8D24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677980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{2D849174-8626-42D6-B3BA-97ACD05FDB6F}TFf0a5ceae-4542-492d-822e-d65a94fb0e1e3b562c5a_win32-009a0557e699</Template>
  <TotalTime>100</TotalTime>
  <Words>378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Bookman Old Style</vt:lpstr>
      <vt:lpstr>Calibri</vt:lpstr>
      <vt:lpstr>Franklin Gothic Book</vt:lpstr>
      <vt:lpstr>Custom</vt:lpstr>
      <vt:lpstr>THREAD</vt:lpstr>
      <vt:lpstr>Difference between process and thread</vt:lpstr>
      <vt:lpstr>Thread life cycle</vt:lpstr>
      <vt:lpstr>No of way to create a thread</vt:lpstr>
      <vt:lpstr>Thread scheduler</vt:lpstr>
      <vt:lpstr>Synchronization: methods ,static</vt:lpstr>
      <vt:lpstr>Race condition</vt:lpstr>
      <vt:lpstr>Dead lock</vt:lpstr>
      <vt:lpstr>Thread pool</vt:lpstr>
      <vt:lpstr>Executer framework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nevali</dc:creator>
  <cp:lastModifiedBy>anjali nevali</cp:lastModifiedBy>
  <cp:revision>2</cp:revision>
  <dcterms:created xsi:type="dcterms:W3CDTF">2026-02-11T08:47:13Z</dcterms:created>
  <dcterms:modified xsi:type="dcterms:W3CDTF">2026-02-12T07:26:15Z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